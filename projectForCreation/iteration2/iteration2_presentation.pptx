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95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Macintosh PowerPoint</Application>
  <PresentationFormat>Widescreen</PresentationFormat>
  <Paragraphs>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**Explorer les besoins**</dc:title>
  <dc:subject>PptxGenJS Presentation</dc:subject>
  <dc:creator>Created by Marp</dc:creator>
  <cp:lastModifiedBy>mac10925</cp:lastModifiedBy>
  <cp:revision>1</cp:revision>
  <dcterms:created xsi:type="dcterms:W3CDTF">2025-11-18T14:15:26Z</dcterms:created>
  <dcterms:modified xsi:type="dcterms:W3CDTF">2025-11-18T14:19:12Z</dcterms:modified>
</cp:coreProperties>
</file>